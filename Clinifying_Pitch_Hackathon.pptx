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3D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188720"/>
            <a:ext cx="502920" cy="1371600"/>
          </a:xfrm>
          <a:prstGeom prst="rect">
            <a:avLst/>
          </a:prstGeom>
          <a:solidFill>
            <a:srgbClr val="C0DD97"/>
          </a:solidFill>
          <a:ln w="12700">
            <a:solidFill>
              <a:srgbClr val="C0DD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00200"/>
            <a:ext cx="1325880" cy="548640"/>
          </a:xfrm>
          <a:prstGeom prst="rect">
            <a:avLst/>
          </a:prstGeom>
          <a:solidFill>
            <a:srgbClr val="C0DD97"/>
          </a:solidFill>
          <a:ln w="12700">
            <a:solidFill>
              <a:srgbClr val="C0DD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100584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Clinifying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2011680" y="196596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Triagem Assistida por IA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011680" y="2514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AE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Classifique. Priorize. Salve tempo.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011680" y="3108960"/>
            <a:ext cx="5029200" cy="0"/>
          </a:xfrm>
          <a:prstGeom prst="line">
            <a:avLst/>
          </a:prstGeom>
          <a:noFill/>
          <a:ln w="19050">
            <a:solidFill>
              <a:srgbClr val="6399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32918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E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ADS 2025  ·  Java 21 + Spring Boot 3.x  ·  H2  ·  Swagger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468172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Sistema demonstrativo — não utilizar em ambiente clínico real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C3D6B"/>
          </a:solidFill>
          <a:ln w="12700">
            <a:solidFill>
              <a:srgbClr val="0C3D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" cy="4503420"/>
          </a:xfrm>
          <a:prstGeom prst="rect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2296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Hospitais de emergência não têm triagem padronizada.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graves aguardam na mesma fila que casos leves.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2651760" cy="2560320"/>
          </a:xfrm>
          <a:prstGeom prst="rect">
            <a:avLst/>
          </a:prstGeom>
          <a:solidFill>
            <a:srgbClr val="F0F6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2194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⏱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perdido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218688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 manual lenta atrasa atendimentos críticos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2103120"/>
            <a:ext cx="2651760" cy="2560320"/>
          </a:xfrm>
          <a:prstGeom prst="rect">
            <a:avLst/>
          </a:prstGeom>
          <a:solidFill>
            <a:srgbClr val="F0F6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46120" y="2194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46120" y="27889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de vida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3218688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urgentes podem aguardar atrás de casos leves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2103120"/>
            <a:ext cx="2651760" cy="2560320"/>
          </a:xfrm>
          <a:prstGeom prst="rect">
            <a:avLst/>
          </a:prstGeom>
          <a:solidFill>
            <a:srgbClr val="F0F6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2194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126480" y="27889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padronização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3218688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inconsistentes entre turnos e profissionais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Clinifying — Hackathon ADS 2025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C3D6B"/>
          </a:solidFill>
          <a:ln w="12700">
            <a:solidFill>
              <a:srgbClr val="0C3D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 — Clinifying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" cy="4503420"/>
          </a:xfrm>
          <a:prstGeom prst="rect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7724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aplicação web que classifica automaticamente a prioridade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atendimento no momento da chegada do paciente.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4114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783080"/>
            <a:ext cx="594360" cy="1280160"/>
          </a:xfrm>
          <a:prstGeom prst="rect">
            <a:avLst/>
          </a:prstGeom>
          <a:solidFill>
            <a:srgbClr val="0C3D6B"/>
          </a:solidFill>
          <a:ln w="12700">
            <a:solidFill>
              <a:srgbClr val="0C3D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83080"/>
            <a:ext cx="594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18745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C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rápido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2258568"/>
            <a:ext cx="33375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Recepcionista preenche nome, idade, gênero, motivo, comorbidades e internações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1783080"/>
            <a:ext cx="4114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783080"/>
            <a:ext cx="594360" cy="1280160"/>
          </a:xfrm>
          <a:prstGeom prst="rect">
            <a:avLst/>
          </a:prstGeom>
          <a:solidFill>
            <a:srgbClr val="0C3D6B"/>
          </a:solidFill>
          <a:ln w="12700">
            <a:solidFill>
              <a:srgbClr val="0C3D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783080"/>
            <a:ext cx="594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0" y="18745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C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automática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0" y="2258568"/>
            <a:ext cx="33375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de 9 passos classifica em BAIXA, MÉDIA, ALTA ou URGENTE instantaneamente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246120"/>
            <a:ext cx="4114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246120"/>
            <a:ext cx="594360" cy="1280160"/>
          </a:xfrm>
          <a:prstGeom prst="rect">
            <a:avLst/>
          </a:prstGeom>
          <a:solidFill>
            <a:srgbClr val="0C3D6B"/>
          </a:solidFill>
          <a:ln w="12700">
            <a:solidFill>
              <a:srgbClr val="0C3D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246120"/>
            <a:ext cx="594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51560" y="33375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C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inteligente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3721608"/>
            <a:ext cx="33375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Triador visualiza a fila com urgentes sempre no topo, ordenada por chegada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3246120"/>
            <a:ext cx="4114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3246120"/>
            <a:ext cx="594360" cy="1280160"/>
          </a:xfrm>
          <a:prstGeom prst="rect">
            <a:avLst/>
          </a:prstGeom>
          <a:solidFill>
            <a:srgbClr val="0C3D6B"/>
          </a:solidFill>
          <a:ln w="12700">
            <a:solidFill>
              <a:srgbClr val="0C3D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3246120"/>
            <a:ext cx="594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86400" y="33375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C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Persistência H2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0" y="3721608"/>
            <a:ext cx="33375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atendimento salvo com timestamp via JPA + Hibernate, console H2 acessível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Clinifying — Hackathon ADS 2025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C3D6B"/>
          </a:solidFill>
          <a:ln w="12700">
            <a:solidFill>
              <a:srgbClr val="0C3D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de Prioridade — 9 Passos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" cy="4503420"/>
          </a:xfrm>
          <a:prstGeom prst="rect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49808"/>
            <a:ext cx="1920240" cy="320040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498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749808"/>
            <a:ext cx="1920240" cy="320040"/>
          </a:xfrm>
          <a:prstGeom prst="rect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7498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0" y="749808"/>
            <a:ext cx="1920240" cy="3200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7498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766560" y="749808"/>
            <a:ext cx="1920240" cy="32004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7498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1234440"/>
            <a:ext cx="384048" cy="530352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234440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127101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Motivo contém palavra crítica → URGENTE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1947672"/>
            <a:ext cx="384048" cy="530352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1947672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198424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Idade ≥ 70 E comorbidades ≥ 2 → URGENTE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2660904"/>
            <a:ext cx="384048" cy="530352"/>
          </a:xfrm>
          <a:prstGeom prst="rect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660904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26974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 comorbidades → ALTA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3374136"/>
            <a:ext cx="384048" cy="530352"/>
          </a:xfrm>
          <a:prstGeom prst="rect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374136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341071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 internações → ALTA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4087368"/>
            <a:ext cx="384048" cy="530352"/>
          </a:xfrm>
          <a:prstGeom prst="rect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087368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1520" y="412394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Idade ≥ 60 E ≥ 1 comorbidade → ALTA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1234440"/>
            <a:ext cx="384048" cy="5303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1234440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212080" y="127101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 comorbidade → MÉDIA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54880" y="1947672"/>
            <a:ext cx="384048" cy="5303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1947672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12080" y="198424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 internação → MÉDIA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54880" y="2660904"/>
            <a:ext cx="384048" cy="5303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2660904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212080" y="26974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Idade ≥ 60 → MÉDIA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754880" y="3374136"/>
            <a:ext cx="384048" cy="530352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3374136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212080" y="341071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base: jovem saudável → BAIXA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74320" y="4572000"/>
            <a:ext cx="8595360" cy="256032"/>
          </a:xfrm>
          <a:prstGeom prst="rect">
            <a:avLst/>
          </a:prstGeom>
          <a:solidFill>
            <a:srgbClr val="FFF0F0"/>
          </a:solidFill>
          <a:ln w="12700">
            <a:solidFill>
              <a:srgbClr val="F7C1C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57200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Palavras críticas: dor no peito · falta de ar · desmaio · AVC · convulsão · infarto · hemorragia · overdose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Clinifying — Hackathon ADS 2025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C3D6B"/>
          </a:solidFill>
          <a:ln w="12700">
            <a:solidFill>
              <a:srgbClr val="0C3D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Técnica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" cy="4503420"/>
          </a:xfrm>
          <a:prstGeom prst="rect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04672"/>
            <a:ext cx="1645920" cy="47548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0467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011680" y="84124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 + JS puro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408176"/>
            <a:ext cx="1645920" cy="475488"/>
          </a:xfrm>
          <a:prstGeom prst="rect">
            <a:avLst/>
          </a:prstGeom>
          <a:solidFill>
            <a:srgbClr val="0C3D6B"/>
          </a:solidFill>
          <a:ln w="12700">
            <a:solidFill>
              <a:srgbClr val="0C3D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408176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11680" y="14447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+ Spring Boot 3.x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011680"/>
            <a:ext cx="1645920" cy="475488"/>
          </a:xfrm>
          <a:prstGeom prst="rect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01168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11680" y="2048256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615184"/>
            <a:ext cx="1645920" cy="47548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61518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11680" y="265176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in-memory + JPA + Hibernate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218688"/>
            <a:ext cx="1645920" cy="475488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21868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011680" y="3255264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springdoc-openapi (Swagger UI)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822192"/>
            <a:ext cx="1645920" cy="475488"/>
          </a:xfrm>
          <a:prstGeom prst="rect">
            <a:avLst/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8221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011680" y="385876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0" y="7772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dados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43600" y="1188720"/>
            <a:ext cx="2834640" cy="43891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43600" y="118872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Recepcionista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preenche form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269480" y="1627632"/>
            <a:ext cx="0" cy="164592"/>
          </a:xfrm>
          <a:prstGeom prst="line">
            <a:avLst/>
          </a:prstGeom>
          <a:noFill/>
          <a:ln w="19050">
            <a:solidFill>
              <a:srgbClr val="63992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0" y="1792224"/>
            <a:ext cx="2834640" cy="438912"/>
          </a:xfrm>
          <a:prstGeom prst="rect">
            <a:avLst/>
          </a:prstGeom>
          <a:solidFill>
            <a:srgbClr val="0C3D6B"/>
          </a:solidFill>
          <a:ln w="12700">
            <a:solidFill>
              <a:srgbClr val="0C3D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943600" y="1792224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/api/triagem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(JSON)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269480" y="2231136"/>
            <a:ext cx="0" cy="164592"/>
          </a:xfrm>
          <a:prstGeom prst="line">
            <a:avLst/>
          </a:prstGeom>
          <a:noFill/>
          <a:ln w="19050">
            <a:solidFill>
              <a:srgbClr val="63992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0" y="2395728"/>
            <a:ext cx="2834640" cy="438912"/>
          </a:xfrm>
          <a:prstGeom prst="rect">
            <a:avLst/>
          </a:prstGeom>
          <a:solidFill>
            <a:srgbClr val="0C3D6B"/>
          </a:solidFill>
          <a:ln w="12700">
            <a:solidFill>
              <a:srgbClr val="0C3D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943600" y="239572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ClassificadorPrioridade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passos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269480" y="2834640"/>
            <a:ext cx="0" cy="164592"/>
          </a:xfrm>
          <a:prstGeom prst="line">
            <a:avLst/>
          </a:prstGeom>
          <a:noFill/>
          <a:ln w="19050">
            <a:solidFill>
              <a:srgbClr val="63992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43600" y="2999232"/>
            <a:ext cx="2834640" cy="438912"/>
          </a:xfrm>
          <a:prstGeom prst="rect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943600" y="2999232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 no H2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JPA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269480" y="3438144"/>
            <a:ext cx="0" cy="164592"/>
          </a:xfrm>
          <a:prstGeom prst="line">
            <a:avLst/>
          </a:prstGeom>
          <a:noFill/>
          <a:ln w="19050">
            <a:solidFill>
              <a:srgbClr val="63992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3602736"/>
            <a:ext cx="2834640" cy="438912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943600" y="3602736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Retorna 201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prioridade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269480" y="4041648"/>
            <a:ext cx="0" cy="164592"/>
          </a:xfrm>
          <a:prstGeom prst="line">
            <a:avLst/>
          </a:prstGeom>
          <a:noFill/>
          <a:ln w="19050">
            <a:solidFill>
              <a:srgbClr val="63992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43600" y="4206240"/>
            <a:ext cx="2834640" cy="43891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943600" y="420624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atualiza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automaticamente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Clinifying — Hackathon ADS 2025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C3D6B"/>
          </a:solidFill>
          <a:ln w="12700">
            <a:solidFill>
              <a:srgbClr val="0C3D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Aplicada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" cy="4503420"/>
          </a:xfrm>
          <a:prstGeom prst="rect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04672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73152" cy="1188720"/>
          </a:xfrm>
          <a:prstGeom prst="rect">
            <a:avLst/>
          </a:prstGeom>
          <a:solidFill>
            <a:srgbClr val="0C3D6B"/>
          </a:solidFill>
          <a:ln w="12700">
            <a:solidFill>
              <a:srgbClr val="0C3D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87782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C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Plan Mode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1225296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PLANO_IMPLEMENTACAO.md gerado e aprovado ANTES de qualquer linha de código.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fases detalhadas com critérios de aceite.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804672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804672"/>
            <a:ext cx="73152" cy="118872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87782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C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RTCCO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73752" y="1225296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prompts estruturados em Role / Task / Context / Constraints / Output.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registrados em prompts.md.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130552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130552"/>
            <a:ext cx="73152" cy="1188720"/>
          </a:xfrm>
          <a:prstGeom prst="rect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2037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C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 C4 Model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8912" y="2551176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níveis de documentação arquitetural: Contexto → Contêineres → Componentes → Código (UML).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2130552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130552"/>
            <a:ext cx="73152" cy="1188720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2037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C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Contrato I/O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73752" y="2551176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relatorio-interacao-agentes.md define payload exato de POST e GET.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nunca assume campos não documentados.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456432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456432"/>
            <a:ext cx="73152" cy="1188720"/>
          </a:xfrm>
          <a:prstGeom prst="rect">
            <a:avLst/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52958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C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Conventional Commits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38912" y="3877056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log com prefixos feat/fix/docs/test/chore.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limpo — nenhum commit genérico.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3456432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456432"/>
            <a:ext cx="73152" cy="1188720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352958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C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Context7 MCP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73752" y="3877056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Spring Boot 3.x e springdoc-openapi validada via MCP durante o desenvolvimento.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Clinifying — Hackathon ADS 2025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C3D6B"/>
          </a:solidFill>
          <a:ln w="12700">
            <a:solidFill>
              <a:srgbClr val="0C3D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&amp; Demo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" cy="4503420"/>
          </a:xfrm>
          <a:prstGeom prst="rect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solidFill>
            <a:srgbClr val="0C3D6B"/>
          </a:solidFill>
          <a:ln w="12700">
            <a:solidFill>
              <a:srgbClr val="0C3D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Clinifying  |  Sistema online  ·  10:30:00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32004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37160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Atendimento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810512"/>
            <a:ext cx="2926080" cy="347472"/>
          </a:xfrm>
          <a:prstGeom prst="rect">
            <a:avLst/>
          </a:prstGeom>
          <a:solidFill>
            <a:srgbClr val="F8FAFB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81051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completo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313432"/>
            <a:ext cx="2926080" cy="347472"/>
          </a:xfrm>
          <a:prstGeom prst="rect">
            <a:avLst/>
          </a:prstGeom>
          <a:solidFill>
            <a:srgbClr val="F8FAFB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31343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Idade / Gênero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816352"/>
            <a:ext cx="2926080" cy="347472"/>
          </a:xfrm>
          <a:prstGeom prst="rect">
            <a:avLst/>
          </a:prstGeom>
          <a:solidFill>
            <a:srgbClr val="F8FAFB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81635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Motivo principal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319272"/>
            <a:ext cx="2926080" cy="347472"/>
          </a:xfrm>
          <a:prstGeom prst="rect">
            <a:avLst/>
          </a:prstGeom>
          <a:solidFill>
            <a:srgbClr val="F8FAFB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31927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Nº comorbidades / Internações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858768"/>
            <a:ext cx="2926080" cy="384048"/>
          </a:xfrm>
          <a:prstGeom prst="rect">
            <a:avLst/>
          </a:prstGeom>
          <a:solidFill>
            <a:srgbClr val="0C3D6B"/>
          </a:solidFill>
          <a:ln w="12700">
            <a:solidFill>
              <a:srgbClr val="0C3D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85876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Triagem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749040" y="1325880"/>
            <a:ext cx="5029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840480" y="1371600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de Atendimento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840480" y="1783080"/>
            <a:ext cx="1051560" cy="594360"/>
          </a:xfrm>
          <a:prstGeom prst="rect">
            <a:avLst/>
          </a:prstGeom>
          <a:solidFill>
            <a:srgbClr val="FCEBEB"/>
          </a:solidFill>
          <a:ln w="12700">
            <a:solidFill>
              <a:srgbClr val="FCEB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0" y="180136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840480" y="2002536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029200" y="1783080"/>
            <a:ext cx="1051560" cy="594360"/>
          </a:xfrm>
          <a:prstGeom prst="rect">
            <a:avLst/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180136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D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029200" y="2002536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D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6217920" y="1783080"/>
            <a:ext cx="1051560" cy="594360"/>
          </a:xfrm>
          <a:prstGeom prst="rect">
            <a:avLst/>
          </a:prstGeom>
          <a:solidFill>
            <a:srgbClr val="FFF8E1"/>
          </a:solidFill>
          <a:ln w="12700">
            <a:solidFill>
              <a:srgbClr val="FFF8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180136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217920" y="2002536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7406640" y="1783080"/>
            <a:ext cx="1051560" cy="594360"/>
          </a:xfrm>
          <a:prstGeom prst="rect">
            <a:avLst/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06640" y="180136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406640" y="2002536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3840480" y="2487168"/>
            <a:ext cx="4754880" cy="292608"/>
          </a:xfrm>
          <a:prstGeom prst="rect">
            <a:avLst/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31920" y="248716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  Paciente          Prioridade   Hora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840480" y="2816352"/>
            <a:ext cx="4754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86200" y="2816352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C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206240" y="28163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Silva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63640" y="2871216"/>
            <a:ext cx="1005840" cy="237744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63640" y="287121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360920" y="281635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10:30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840480" y="3200400"/>
            <a:ext cx="4754880" cy="347472"/>
          </a:xfrm>
          <a:prstGeom prst="rect">
            <a:avLst/>
          </a:prstGeom>
          <a:solidFill>
            <a:srgbClr val="F8FAFB"/>
          </a:solidFill>
          <a:ln w="12700">
            <a:solidFill>
              <a:srgbClr val="E8EF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86200" y="320040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C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206240" y="32004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Souza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63640" y="3255264"/>
            <a:ext cx="1005840" cy="237744"/>
          </a:xfrm>
          <a:prstGeom prst="rect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63640" y="325526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360920" y="32004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10:35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840480" y="3584448"/>
            <a:ext cx="4754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86200" y="3584448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C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206240" y="358444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Lima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263640" y="3639312"/>
            <a:ext cx="1005840" cy="237744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63640" y="36393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360920" y="358444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10:40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840480" y="3968496"/>
            <a:ext cx="4754880" cy="347472"/>
          </a:xfrm>
          <a:prstGeom prst="rect">
            <a:avLst/>
          </a:prstGeom>
          <a:solidFill>
            <a:srgbClr val="F8FAFB"/>
          </a:solidFill>
          <a:ln w="12700">
            <a:solidFill>
              <a:srgbClr val="E8EFF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886200" y="3968496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C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206240" y="396849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 Costa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263640" y="4023360"/>
            <a:ext cx="1005840" cy="237744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63640" y="40233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7360920" y="396849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10:45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74320" y="4544568"/>
            <a:ext cx="8595360" cy="256032"/>
          </a:xfrm>
          <a:prstGeom prst="rect">
            <a:avLst/>
          </a:prstGeom>
          <a:solidFill>
            <a:srgbClr val="E6F1FB"/>
          </a:solidFill>
          <a:ln w="12700">
            <a:solidFill>
              <a:srgbClr val="B5D4F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74320" y="45445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C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localhost:8080/  ·  localhost:8080/swagger-ui.html  ·  localhost:8080/h2-console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Clinifying — Hackathon ADS 2025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3D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Clinifying — Classifique. Priorize. Salve tempo.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4572000" cy="0"/>
          </a:xfrm>
          <a:prstGeom prst="line">
            <a:avLst/>
          </a:prstGeom>
          <a:noFill/>
          <a:ln w="19050">
            <a:solidFill>
              <a:srgbClr val="6399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88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Plan Mode — PLANO_IMPLEMENTACAO.md aprovado antes do código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0906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7 prompts RTCCO documentados em prompts.md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39242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C4 Model — 4 níveis de arquitetura documentados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69417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E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Contrato I/O — relatorio-interacao-agentes.md vigente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9959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E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Context7 MCP ativo durante o desenvolvimento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297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E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Conventional Commits — histórico limpo no git log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468172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Sistema demonstrativo — não utilizar em ambiente clínico real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Clinifying — Sistema de Triagem Assistida por IA</dc:title>
  <dc:subject>PptxGenJS Presentation</dc:subject>
  <dc:creator>Equipe Clinifying — Hackathon ADS 2025</dc:creator>
  <cp:lastModifiedBy>Equipe Clinifying — Hackathon ADS 2025</cp:lastModifiedBy>
  <cp:revision>1</cp:revision>
  <dcterms:created xsi:type="dcterms:W3CDTF">2026-05-16T13:58:27Z</dcterms:created>
  <dcterms:modified xsi:type="dcterms:W3CDTF">2026-05-16T13:58:27Z</dcterms:modified>
</cp:coreProperties>
</file>