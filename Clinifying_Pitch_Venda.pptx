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188720"/>
            <a:ext cx="502920" cy="1371600"/>
          </a:xfrm>
          <a:prstGeom prst="rect">
            <a:avLst/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1325880" cy="548640"/>
          </a:xfrm>
          <a:prstGeom prst="rect">
            <a:avLst/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82296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Clinifying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2011680" y="18745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triagem certa, no momento certo.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011680" y="2606040"/>
            <a:ext cx="5029200" cy="0"/>
          </a:xfrm>
          <a:prstGeom prst="line">
            <a:avLst/>
          </a:prstGeom>
          <a:noFill/>
          <a:ln w="19050">
            <a:solidFill>
              <a:srgbClr val="6399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27889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que salva vidas — e tempo — nos hospitais de emergência.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Sistema demonstrativo — não utilizar em ambiente clínico real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minuto conta — e está sendo desperdiçado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" cy="4507992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hospitais de emergência, a triagem ainda é feita manualmente.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resultado? Pacientes que precisam de atenção imediata esperando atrás de quem pode aguardar.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2651760" cy="73152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11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min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02920" y="30632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de espera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triagem manual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87452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874520"/>
            <a:ext cx="2651760" cy="73152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2011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em 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383280" y="30632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urgentes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identificados com atraso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87452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874520"/>
            <a:ext cx="2651760" cy="73152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011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263640" y="30632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mortes evitáveis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ligadas a triagem inadequada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Clinifying — Classifique. Priorize. Salve tempo.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é hoje — e como poderia ser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" cy="4507992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4023360" cy="3886200"/>
          </a:xfrm>
          <a:prstGeom prst="rect">
            <a:avLst/>
          </a:prstGeom>
          <a:solidFill>
            <a:srgbClr val="FFF5F5"/>
          </a:solidFill>
          <a:ln w="12700">
            <a:solidFill>
              <a:srgbClr val="F7C1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023360" cy="41148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77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Sem o Clinifying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Triagem feita "no olho" pelo recepcionista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9222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Fila única para todos os casos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Paciente urgente pode aguardar 30+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797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Sem registro padronizado da chegada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735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Profissional sobrecarregado decide sozinho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7673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Risco real de erro clínico por falta de informação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777240"/>
            <a:ext cx="4023360" cy="3886200"/>
          </a:xfrm>
          <a:prstGeom prst="rect">
            <a:avLst/>
          </a:prstGeom>
          <a:solidFill>
            <a:srgbClr val="F0FAF0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777240"/>
            <a:ext cx="4023360" cy="41148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777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 o Clinifying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12984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Triagem padronizada em segundos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179222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Fila inteligente — urgente sempre primeiro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2860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Classificação automática ao registrar o paciente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7797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Histórico completo de cada atendimento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2735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Equipe foca no cuidado, não na organização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7673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Decisão clínica apoiada por dados objetivos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43400" y="2377440"/>
            <a:ext cx="457200" cy="45720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Clinifying — Classifique. Priorize. Salve tempo.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— simples para quem usa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" cy="4507992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987552"/>
            <a:ext cx="594360" cy="59436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987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4320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chega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834640"/>
            <a:ext cx="17465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recepcionista registra nome, idade, gênero e o motivo da visita em segundos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0280" y="210312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450592" y="91440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36392" y="987552"/>
            <a:ext cx="594360" cy="59436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36392" y="987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50592" y="1691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450592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classifica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2834640"/>
            <a:ext cx="17465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analisa o perfil e classifica automaticamente: Baixa, Média, Alta ou Urgente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16552" y="210312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626864" y="91440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12664" y="987552"/>
            <a:ext cx="594360" cy="59436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12664" y="987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26864" y="1691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626864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se organiza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36592" y="2834640"/>
            <a:ext cx="17465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da triagem exibe os pacientes ordenados — os mais graves sempre no topo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92824" y="210312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803136" y="91440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88936" y="987552"/>
            <a:ext cx="594360" cy="59436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88936" y="987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03136" y="1691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🏥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803136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age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12864" y="2834640"/>
            <a:ext cx="17465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 e enfermeiros chamam o próximo da fila com informação completa em mãos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526280"/>
            <a:ext cx="8595360" cy="27432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5262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isso acontece em menos de 60 segundos desde a chegada do paciente.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Clinifying — Classifique. Priorize. Salve tempo.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níveis. Zero subjetividade.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" cy="4507992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Clinifying elimina a subjetividade da triagem.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paciente recebe uma classificação objetiva baseada em critérios clínicos.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1371600" cy="621792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2763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37360" y="1627632"/>
            <a:ext cx="429768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66420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no peito · Falta de ar · Desmaio · AVC · Convulsão · Infarto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627632"/>
            <a:ext cx="2743200" cy="621792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66420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imediato — sem fila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95728"/>
            <a:ext cx="1371600" cy="621792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9572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737360" y="2395728"/>
            <a:ext cx="429768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243230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idoso com múltiplas comorbidades · Histórico de internações recorrentes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395728"/>
            <a:ext cx="2743200" cy="621792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43230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alta — próximo da fila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163824"/>
            <a:ext cx="1371600" cy="62179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16382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737360" y="3163824"/>
            <a:ext cx="429768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3200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Comorbidade ativa · Internação anterior · Acima de 60 anos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163824"/>
            <a:ext cx="2743200" cy="621792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moderada — aguarda com monitoramento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931920"/>
            <a:ext cx="1371600" cy="621792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319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737360" y="3931920"/>
            <a:ext cx="4297680" cy="621792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396849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 jovem saudável · Queixa não crítica · Primeira consulta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931920"/>
            <a:ext cx="2743200" cy="621792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96849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regular — aguarda normalmente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Clinifying — Classifique. Priorize. Salve tempo.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hospital ganha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" cy="4507992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96112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896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243584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que levava minutos passa a ser feita em segundos. A equipe não perde tempo organizando filas.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896112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40680" y="896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40680" y="1243584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objetivos eliminam erros humanos. A classificação é sempre consistente, em qualquer turno.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13055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2221992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❤️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5840" y="2221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569464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críticos são identificados imediatamente. Nenhum caso urgente fica escondido no meio da fila.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13055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221992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40680" y="2221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40680" y="2569464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cada atendimento registrados automaticamente. Visibilidade total do fluxo de pacientes.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45643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3547872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👩‍⚕️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05840" y="3547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Bem-estar da equipe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895344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trabalham com mais segurança e menos pressão. Menos decisões difíceis sem suporte.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456432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3547872"/>
            <a:ext cx="685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440680" y="35478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3895344"/>
            <a:ext cx="329184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desperdício de recursos com casos mal priorizados. Atendimento certo, no momento certo.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Clinifying — Classifique. Priorize. Salve tempo.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é o Clinifying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" cy="4507992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2651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2651760" cy="73152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🏥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Hospitais de emergência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2423160"/>
            <a:ext cx="24323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com alto volume de atendimentos diários onde a triagem ágil é questão de sobrevivência operacional.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54680" y="804672"/>
            <a:ext cx="2651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04672"/>
            <a:ext cx="2651760" cy="7315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960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🚑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4612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UPAs e Pronto-Socorros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64408" y="2423160"/>
            <a:ext cx="24323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de pronto atendimento que precisam de organização rápida sem aumentar o quadro de pessoal.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804672"/>
            <a:ext cx="2651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804672"/>
            <a:ext cx="2651760" cy="73152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9601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🩺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12648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Clínicas de grande porte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44768" y="2423160"/>
            <a:ext cx="243230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 com múltiplos especialistas e fluxo intenso de pacientes que precisam de priorização inteligente.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instituição onde cada minuto de triagem pode significar uma vida salva.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Clinifying — Classifique. Priorize. Salve tempo.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impacto que buscamos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" cy="4507992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49808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viemos apenas digitalizar a triagem. Viemos transformar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como hospitais protegem seus pacientes.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828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1828800" cy="73152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65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 médio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triagem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828800"/>
            <a:ext cx="1828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828800"/>
            <a:ext cx="1828800" cy="7315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965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651760" y="30175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casos urgentes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identificados cedo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1828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828800"/>
            <a:ext cx="1828800" cy="73152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965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3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754880" y="30175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atendimentos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828800"/>
            <a:ext cx="1828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828800"/>
            <a:ext cx="1828800" cy="73152"/>
          </a:xfrm>
          <a:prstGeom prst="rect">
            <a:avLst/>
          </a:prstGeom>
          <a:solidFill>
            <a:srgbClr val="0C3D6B"/>
          </a:solidFill>
          <a:ln w="12700">
            <a:solidFill>
              <a:srgbClr val="0C3D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965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858000" y="30175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subjetividade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classificação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3159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Projeções baseadas em benchmarks de sistemas de triagem digital em instituições de saúde.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Clinifying — Classifique. Priorize. Salve tempo.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Vidas não esperam.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triagem também não deveria.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4572000" cy="0"/>
          </a:xfrm>
          <a:prstGeom prst="line">
            <a:avLst/>
          </a:prstGeom>
          <a:noFill/>
          <a:ln w="19050">
            <a:solidFill>
              <a:srgbClr val="6399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06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conversar sobre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realidade hospitalar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2606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32004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uma demonstração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vivo agora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2606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32004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Implante em dias,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em meses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28800" y="4114800"/>
            <a:ext cx="5486400" cy="475488"/>
          </a:xfrm>
          <a:prstGeom prst="rect">
            <a:avLst/>
          </a:prstGeom>
          <a:solidFill>
            <a:srgbClr val="639922"/>
          </a:solidFill>
          <a:ln w="12700">
            <a:solidFill>
              <a:srgbClr val="6399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411480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Clinifying — A triagem certa, no momento certo.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Sistema demonstrativo — não utilizar em ambiente clínico real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Clinifying — Pitch de Venda</dc:title>
  <dc:subject>PptxGenJS Presentation</dc:subject>
  <dc:creator>Equipe Clinifying</dc:creator>
  <cp:lastModifiedBy>Equipe Clinifying</cp:lastModifiedBy>
  <cp:revision>1</cp:revision>
  <dcterms:created xsi:type="dcterms:W3CDTF">2026-05-16T14:06:01Z</dcterms:created>
  <dcterms:modified xsi:type="dcterms:W3CDTF">2026-05-16T14:06:01Z</dcterms:modified>
</cp:coreProperties>
</file>